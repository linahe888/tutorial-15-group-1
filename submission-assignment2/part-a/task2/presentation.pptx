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Task 2: Understand the App &amp; Build a Network-Focused Threat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INFO5995 Assignment 2 Part A | Tutorial 15 Group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INFO5995 Assignment 2 Part A | Tutorial 15 Group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This App?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Package: com.example.mastg_test0019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Single-activity WebView browser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Loads http://www.example.com on launch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No login, no local storage, no authentication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Every network decision is deliberately insecure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69696"/>
                </a:solidFill>
              </a:defRPr>
            </a:pPr>
            <a:r>
              <a:t>OWASP MASVS/MSTG test case — vulnerable by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Network Behavior: What Travels Over the Network?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9144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DNS lookup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UDP/53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Unencrypted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HTTP GET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HTTP/80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Cleartext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Server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HTTP/80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Cleartext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WebView renders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No integrity check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6B6B"/>
                </a:solidFill>
              </a:defRPr>
            </a:pPr>
            <a:r>
              <a:t>No TLS. Any node on the path can read or modify traffic.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User opens app → MainActivity → WebView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WebView loads http://www.example.com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WebViewClient: onReceivedSslError → proceed()  (ignores SSL errors)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HostnameVerifier: returns true for ANY hostname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AndroidManifest: usesCleartextTraffic="true"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Attacker: On-Path MITM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Position: Same Wi-Fi, rogue access point, compromised router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Capabilities: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  1. READ all HTTP traffic (no encryption)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  2. MODIFY HTML/JS before it reaches the WebView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  3. IMPERSONATE the server (certificate validation disabled)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Skill required: Low — mitmproxy, Burp Suite, or Wireshark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Scenario A: Cleartext Eavesdropping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Phone ──HTTP GET──→ [Attacker on Wi-Fi] ──HTTP GET──→ Server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Attacker sees headers, cookies, query parameters,</a:t>
            </a:r>
          </a:p>
          <a:p>
            <a:pPr>
              <a:spcAft>
                <a:spcPts val="1400"/>
              </a:spcAft>
              <a:defRPr sz="2200">
                <a:solidFill>
                  <a:srgbClr val="E6E6E6"/>
                </a:solidFill>
              </a:defRPr>
            </a:pPr>
            <a:r>
              <a:t>• and full response body — zero effort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Scenario B &amp; C: Even HTTPS Would Not Help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5240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Code Evidence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SSL error ignored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sslErrorHandler.proceed()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Any fake certificate accepted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Hostname bypass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HostnameVerifier returns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Wrong server accepted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760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B6B"/>
                </a:solidFill>
              </a:defRPr>
            </a:pPr>
            <a:r>
              <a:t>App thinks it is talking to www.example.com — but it could be attacker.com.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STRIDE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144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Threat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Applicable?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SPOOFING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No hostname validation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TAMPERING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HTTP allows injection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INFORMATION DISCLOSURE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Cleartext traffic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ELEVATION OF PRIVILEGE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✅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DCDCDC"/>
                          </a:solidFill>
                        </a:defRPr>
                      </a:pPr>
                      <a:r>
                        <a:t>Injected JS runs in WebView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No Confidentiality · No Integrity · No Authenticity</a:t>
            </a:r>
          </a:p>
          <a:p>
            <a:pPr algn="ctr">
              <a:defRPr sz="1600">
                <a:solidFill>
                  <a:srgbClr val="969696"/>
                </a:solidFill>
              </a:defRPr>
            </a:pPr>
            <a:r>
              <a:t>Next: Task 3 — exact code locations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